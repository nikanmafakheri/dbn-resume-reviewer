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Garet Bold" charset="1" panose="00000000000000000000"/>
      <p:regular r:id="rId7"/>
    </p:embeddedFont>
    <p:embeddedFont>
      <p:font typeface="Garet" charset="1" panose="0000000000000000000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56000" y="1873405"/>
            <a:ext cx="6048000" cy="0"/>
          </a:xfrm>
          <a:prstGeom prst="line">
            <a:avLst/>
          </a:prstGeom>
          <a:ln cap="flat" w="9525">
            <a:solidFill>
              <a:srgbClr val="2E2C2C"/>
            </a:solidFill>
            <a:prstDash val="solid"/>
            <a:headEnd type="none" len="sm" w="sm"/>
            <a:tailEnd type="none" len="sm" w="sm"/>
          </a:ln>
        </p:spPr>
      </p:sp>
      <p:sp>
        <p:nvSpPr>
          <p:cNvPr name="AutoShape 3" id="3"/>
          <p:cNvSpPr/>
          <p:nvPr/>
        </p:nvSpPr>
        <p:spPr>
          <a:xfrm>
            <a:off x="756000" y="3312241"/>
            <a:ext cx="6048000" cy="0"/>
          </a:xfrm>
          <a:prstGeom prst="line">
            <a:avLst/>
          </a:prstGeom>
          <a:ln cap="flat" w="9525">
            <a:solidFill>
              <a:srgbClr val="2E2C2C"/>
            </a:solidFill>
            <a:prstDash val="solid"/>
            <a:headEnd type="none" len="sm" w="sm"/>
            <a:tailEnd type="none" len="sm" w="sm"/>
          </a:ln>
        </p:spPr>
      </p:sp>
      <p:sp>
        <p:nvSpPr>
          <p:cNvPr name="AutoShape 4" id="4"/>
          <p:cNvSpPr/>
          <p:nvPr/>
        </p:nvSpPr>
        <p:spPr>
          <a:xfrm>
            <a:off x="756000" y="6153397"/>
            <a:ext cx="6048000" cy="0"/>
          </a:xfrm>
          <a:prstGeom prst="line">
            <a:avLst/>
          </a:prstGeom>
          <a:ln cap="flat" w="9525">
            <a:solidFill>
              <a:srgbClr val="2E2C2C"/>
            </a:solidFill>
            <a:prstDash val="solid"/>
            <a:headEnd type="none" len="sm" w="sm"/>
            <a:tailEnd type="none" len="sm" w="sm"/>
          </a:ln>
        </p:spPr>
      </p:sp>
      <p:sp>
        <p:nvSpPr>
          <p:cNvPr name="AutoShape 5" id="5"/>
          <p:cNvSpPr/>
          <p:nvPr/>
        </p:nvSpPr>
        <p:spPr>
          <a:xfrm>
            <a:off x="756000" y="8994553"/>
            <a:ext cx="6048000" cy="0"/>
          </a:xfrm>
          <a:prstGeom prst="line">
            <a:avLst/>
          </a:prstGeom>
          <a:ln cap="flat" w="9525">
            <a:solidFill>
              <a:srgbClr val="2E2C2C"/>
            </a:solidFill>
            <a:prstDash val="solid"/>
            <a:headEnd type="none" len="sm" w="sm"/>
            <a:tailEnd type="none" len="sm" w="sm"/>
          </a:ln>
        </p:spPr>
      </p:sp>
      <p:sp>
        <p:nvSpPr>
          <p:cNvPr name="Freeform 6" id="6"/>
          <p:cNvSpPr/>
          <p:nvPr/>
        </p:nvSpPr>
        <p:spPr>
          <a:xfrm flipH="false" flipV="false" rot="0">
            <a:off x="756000" y="1660390"/>
            <a:ext cx="119089" cy="119306"/>
          </a:xfrm>
          <a:custGeom>
            <a:avLst/>
            <a:gdLst/>
            <a:ahLst/>
            <a:cxnLst/>
            <a:rect r="r" b="b" t="t" l="l"/>
            <a:pathLst>
              <a:path h="119306" w="119089">
                <a:moveTo>
                  <a:pt x="0" y="0"/>
                </a:moveTo>
                <a:lnTo>
                  <a:pt x="119089" y="0"/>
                </a:lnTo>
                <a:lnTo>
                  <a:pt x="119089" y="119306"/>
                </a:lnTo>
                <a:lnTo>
                  <a:pt x="0" y="119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2475332" y="1681718"/>
            <a:ext cx="119089" cy="76650"/>
          </a:xfrm>
          <a:custGeom>
            <a:avLst/>
            <a:gdLst/>
            <a:ahLst/>
            <a:cxnLst/>
            <a:rect r="r" b="b" t="t" l="l"/>
            <a:pathLst>
              <a:path h="76650" w="119089">
                <a:moveTo>
                  <a:pt x="0" y="0"/>
                </a:moveTo>
                <a:lnTo>
                  <a:pt x="119089" y="0"/>
                </a:lnTo>
                <a:lnTo>
                  <a:pt x="119089" y="76650"/>
                </a:lnTo>
                <a:lnTo>
                  <a:pt x="0" y="766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4896830" y="1640650"/>
            <a:ext cx="104510" cy="158786"/>
          </a:xfrm>
          <a:custGeom>
            <a:avLst/>
            <a:gdLst/>
            <a:ahLst/>
            <a:cxnLst/>
            <a:rect r="r" b="b" t="t" l="l"/>
            <a:pathLst>
              <a:path h="158786" w="104510">
                <a:moveTo>
                  <a:pt x="0" y="0"/>
                </a:moveTo>
                <a:lnTo>
                  <a:pt x="104510" y="0"/>
                </a:lnTo>
                <a:lnTo>
                  <a:pt x="104510" y="158786"/>
                </a:lnTo>
                <a:lnTo>
                  <a:pt x="0" y="1587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9" id="9"/>
          <p:cNvGrpSpPr/>
          <p:nvPr/>
        </p:nvGrpSpPr>
        <p:grpSpPr>
          <a:xfrm rot="0">
            <a:off x="-280227" y="10435458"/>
            <a:ext cx="8120454" cy="898532"/>
            <a:chOff x="0" y="0"/>
            <a:chExt cx="2910187" cy="322014"/>
          </a:xfrm>
        </p:grpSpPr>
        <p:sp>
          <p:nvSpPr>
            <p:cNvPr name="Freeform 10" id="10"/>
            <p:cNvSpPr/>
            <p:nvPr/>
          </p:nvSpPr>
          <p:spPr>
            <a:xfrm flipH="false" flipV="false" rot="0">
              <a:off x="0" y="0"/>
              <a:ext cx="2910187" cy="322014"/>
            </a:xfrm>
            <a:custGeom>
              <a:avLst/>
              <a:gdLst/>
              <a:ahLst/>
              <a:cxnLst/>
              <a:rect r="r" b="b" t="t" l="l"/>
              <a:pathLst>
                <a:path h="322014" w="2910187">
                  <a:moveTo>
                    <a:pt x="0" y="0"/>
                  </a:moveTo>
                  <a:lnTo>
                    <a:pt x="2910187" y="0"/>
                  </a:lnTo>
                  <a:lnTo>
                    <a:pt x="2910187" y="322014"/>
                  </a:lnTo>
                  <a:lnTo>
                    <a:pt x="0" y="322014"/>
                  </a:lnTo>
                  <a:close/>
                </a:path>
              </a:pathLst>
            </a:custGeom>
            <a:solidFill>
              <a:srgbClr val="666464"/>
            </a:solidFill>
          </p:spPr>
        </p:sp>
        <p:sp>
          <p:nvSpPr>
            <p:cNvPr name="TextBox 11" id="11"/>
            <p:cNvSpPr txBox="true"/>
            <p:nvPr/>
          </p:nvSpPr>
          <p:spPr>
            <a:xfrm>
              <a:off x="0" y="-47625"/>
              <a:ext cx="2910187" cy="369639"/>
            </a:xfrm>
            <a:prstGeom prst="rect">
              <a:avLst/>
            </a:prstGeom>
          </p:spPr>
          <p:txBody>
            <a:bodyPr anchor="ctr" rtlCol="false" tIns="50800" lIns="50800" bIns="50800" rIns="50800"/>
            <a:lstStyle/>
            <a:p>
              <a:pPr algn="ctr">
                <a:lnSpc>
                  <a:spcPts val="1660"/>
                </a:lnSpc>
              </a:pPr>
            </a:p>
          </p:txBody>
        </p:sp>
      </p:grpSp>
      <p:sp>
        <p:nvSpPr>
          <p:cNvPr name="TextBox 12" id="12"/>
          <p:cNvSpPr txBox="true"/>
          <p:nvPr/>
        </p:nvSpPr>
        <p:spPr>
          <a:xfrm rot="0">
            <a:off x="1154229" y="756000"/>
            <a:ext cx="5251543" cy="483075"/>
          </a:xfrm>
          <a:prstGeom prst="rect">
            <a:avLst/>
          </a:prstGeom>
        </p:spPr>
        <p:txBody>
          <a:bodyPr anchor="t" rtlCol="false" tIns="0" lIns="0" bIns="0" rIns="0">
            <a:spAutoFit/>
          </a:bodyPr>
          <a:lstStyle/>
          <a:p>
            <a:pPr algn="ctr" marL="0" indent="0" lvl="0">
              <a:lnSpc>
                <a:spcPts val="3935"/>
              </a:lnSpc>
            </a:pPr>
            <a:r>
              <a:rPr lang="en-US" b="true" sz="3199" spc="25">
                <a:solidFill>
                  <a:srgbClr val="2E2C2C"/>
                </a:solidFill>
                <a:latin typeface="Garet Bold"/>
                <a:ea typeface="Garet Bold"/>
                <a:cs typeface="Garet Bold"/>
                <a:sym typeface="Garet Bold"/>
              </a:rPr>
              <a:t>SEBASTIAN BENNETT</a:t>
            </a:r>
          </a:p>
        </p:txBody>
      </p:sp>
      <p:sp>
        <p:nvSpPr>
          <p:cNvPr name="TextBox 13" id="13"/>
          <p:cNvSpPr txBox="true"/>
          <p:nvPr/>
        </p:nvSpPr>
        <p:spPr>
          <a:xfrm rot="0">
            <a:off x="2331405" y="1258125"/>
            <a:ext cx="2897190" cy="229240"/>
          </a:xfrm>
          <a:prstGeom prst="rect">
            <a:avLst/>
          </a:prstGeom>
        </p:spPr>
        <p:txBody>
          <a:bodyPr anchor="t" rtlCol="false" tIns="0" lIns="0" bIns="0" rIns="0">
            <a:spAutoFit/>
          </a:bodyPr>
          <a:lstStyle/>
          <a:p>
            <a:pPr algn="ctr" marL="0" indent="0" lvl="0">
              <a:lnSpc>
                <a:spcPts val="1739"/>
              </a:lnSpc>
              <a:spcBef>
                <a:spcPct val="0"/>
              </a:spcBef>
            </a:pPr>
            <a:r>
              <a:rPr lang="en-US" sz="1641">
                <a:solidFill>
                  <a:srgbClr val="2E2C2C"/>
                </a:solidFill>
                <a:latin typeface="Garet"/>
                <a:ea typeface="Garet"/>
                <a:cs typeface="Garet"/>
                <a:sym typeface="Garet"/>
              </a:rPr>
              <a:t>Professional Accountant</a:t>
            </a:r>
          </a:p>
        </p:txBody>
      </p:sp>
      <p:sp>
        <p:nvSpPr>
          <p:cNvPr name="TextBox 14" id="14"/>
          <p:cNvSpPr txBox="true"/>
          <p:nvPr/>
        </p:nvSpPr>
        <p:spPr>
          <a:xfrm rot="0">
            <a:off x="756000" y="2049618"/>
            <a:ext cx="2532568" cy="228772"/>
          </a:xfrm>
          <a:prstGeom prst="rect">
            <a:avLst/>
          </a:prstGeom>
        </p:spPr>
        <p:txBody>
          <a:bodyPr anchor="t" rtlCol="false" tIns="0" lIns="0" bIns="0" rIns="0">
            <a:spAutoFit/>
          </a:bodyPr>
          <a:lstStyle/>
          <a:p>
            <a:pPr algn="just" marL="0" indent="0" lvl="0">
              <a:lnSpc>
                <a:spcPts val="1834"/>
              </a:lnSpc>
            </a:pPr>
            <a:r>
              <a:rPr lang="en-US" b="true" sz="1528" spc="122">
                <a:solidFill>
                  <a:srgbClr val="2E2C2C"/>
                </a:solidFill>
                <a:latin typeface="Garet Bold"/>
                <a:ea typeface="Garet Bold"/>
                <a:cs typeface="Garet Bold"/>
                <a:sym typeface="Garet Bold"/>
              </a:rPr>
              <a:t>ABOUT ME</a:t>
            </a:r>
          </a:p>
        </p:txBody>
      </p:sp>
      <p:sp>
        <p:nvSpPr>
          <p:cNvPr name="TextBox 15" id="15"/>
          <p:cNvSpPr txBox="true"/>
          <p:nvPr/>
        </p:nvSpPr>
        <p:spPr>
          <a:xfrm rot="0">
            <a:off x="756000" y="2327806"/>
            <a:ext cx="6048000" cy="827272"/>
          </a:xfrm>
          <a:prstGeom prst="rect">
            <a:avLst/>
          </a:prstGeom>
        </p:spPr>
        <p:txBody>
          <a:bodyPr anchor="t" rtlCol="false" tIns="0" lIns="0" bIns="0" rIns="0">
            <a:spAutoFit/>
          </a:bodyPr>
          <a:lstStyle/>
          <a:p>
            <a:pPr algn="l" marL="0" indent="0" lvl="0">
              <a:lnSpc>
                <a:spcPts val="1660"/>
              </a:lnSpc>
            </a:pPr>
            <a:r>
              <a:rPr lang="en-US" sz="1000">
                <a:solidFill>
                  <a:srgbClr val="2E2C2C"/>
                </a:solidFill>
                <a:latin typeface="Garet"/>
                <a:ea typeface="Garet"/>
                <a:cs typeface="Garet"/>
                <a:sym typeface="Garet"/>
              </a:rPr>
              <a:t>Lo</a:t>
            </a:r>
            <a:r>
              <a:rPr lang="en-US" sz="1000" strike="noStrike" u="none">
                <a:solidFill>
                  <a:srgbClr val="2E2C2C"/>
                </a:solidFill>
                <a:latin typeface="Garet"/>
                <a:ea typeface="Garet"/>
                <a:cs typeface="Garet"/>
                <a:sym typeface="Garet"/>
              </a:rPr>
              <a:t>re</a:t>
            </a:r>
            <a:r>
              <a:rPr lang="en-US" sz="1000" strike="noStrike" u="none">
                <a:solidFill>
                  <a:srgbClr val="2E2C2C"/>
                </a:solidFill>
                <a:latin typeface="Garet"/>
                <a:ea typeface="Garet"/>
                <a:cs typeface="Garet"/>
                <a:sym typeface="Garet"/>
              </a:rPr>
              <a:t>m ip</a:t>
            </a:r>
            <a:r>
              <a:rPr lang="en-US" sz="1000" strike="noStrike" u="none">
                <a:solidFill>
                  <a:srgbClr val="2E2C2C"/>
                </a:solidFill>
                <a:latin typeface="Garet"/>
                <a:ea typeface="Garet"/>
                <a:cs typeface="Garet"/>
                <a:sym typeface="Garet"/>
              </a:rPr>
              <a:t>s</a:t>
            </a:r>
            <a:r>
              <a:rPr lang="en-US" sz="1000" strike="noStrike" u="none">
                <a:solidFill>
                  <a:srgbClr val="2E2C2C"/>
                </a:solidFill>
                <a:latin typeface="Garet"/>
                <a:ea typeface="Garet"/>
                <a:cs typeface="Garet"/>
                <a:sym typeface="Garet"/>
              </a:rPr>
              <a:t>um d</a:t>
            </a:r>
            <a:r>
              <a:rPr lang="en-US" sz="1000" strike="noStrike" u="none">
                <a:solidFill>
                  <a:srgbClr val="2E2C2C"/>
                </a:solidFill>
                <a:latin typeface="Garet"/>
                <a:ea typeface="Garet"/>
                <a:cs typeface="Garet"/>
                <a:sym typeface="Garet"/>
              </a:rPr>
              <a:t>ol</a:t>
            </a:r>
            <a:r>
              <a:rPr lang="en-US" sz="1000" strike="noStrike" u="none">
                <a:solidFill>
                  <a:srgbClr val="2E2C2C"/>
                </a:solidFill>
                <a:latin typeface="Garet"/>
                <a:ea typeface="Garet"/>
                <a:cs typeface="Garet"/>
                <a:sym typeface="Garet"/>
              </a:rPr>
              <a:t>or</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sit </a:t>
            </a:r>
            <a:r>
              <a:rPr lang="en-US" sz="1000" strike="noStrike" u="none">
                <a:solidFill>
                  <a:srgbClr val="2E2C2C"/>
                </a:solidFill>
                <a:latin typeface="Garet"/>
                <a:ea typeface="Garet"/>
                <a:cs typeface="Garet"/>
                <a:sym typeface="Garet"/>
              </a:rPr>
              <a:t>a</a:t>
            </a:r>
            <a:r>
              <a:rPr lang="en-US" sz="1000" strike="noStrike" u="none">
                <a:solidFill>
                  <a:srgbClr val="2E2C2C"/>
                </a:solidFill>
                <a:latin typeface="Garet"/>
                <a:ea typeface="Garet"/>
                <a:cs typeface="Garet"/>
                <a:sym typeface="Garet"/>
              </a:rPr>
              <a:t>m</a:t>
            </a:r>
            <a:r>
              <a:rPr lang="en-US" sz="1000" strike="noStrike" u="none">
                <a:solidFill>
                  <a:srgbClr val="2E2C2C"/>
                </a:solidFill>
                <a:latin typeface="Garet"/>
                <a:ea typeface="Garet"/>
                <a:cs typeface="Garet"/>
                <a:sym typeface="Garet"/>
              </a:rPr>
              <a:t>e</a:t>
            </a:r>
            <a:r>
              <a:rPr lang="en-US" sz="1000" strike="noStrike" u="none">
                <a:solidFill>
                  <a:srgbClr val="2E2C2C"/>
                </a:solidFill>
                <a:latin typeface="Garet"/>
                <a:ea typeface="Garet"/>
                <a:cs typeface="Garet"/>
                <a:sym typeface="Garet"/>
              </a:rPr>
              <a:t>t,</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con</a:t>
            </a:r>
            <a:r>
              <a:rPr lang="en-US" sz="1000" strike="noStrike" u="none">
                <a:solidFill>
                  <a:srgbClr val="2E2C2C"/>
                </a:solidFill>
                <a:latin typeface="Garet"/>
                <a:ea typeface="Garet"/>
                <a:cs typeface="Garet"/>
                <a:sym typeface="Garet"/>
              </a:rPr>
              <a:t>sec</a:t>
            </a:r>
            <a:r>
              <a:rPr lang="en-US" sz="1000" strike="noStrike" u="none">
                <a:solidFill>
                  <a:srgbClr val="2E2C2C"/>
                </a:solidFill>
                <a:latin typeface="Garet"/>
                <a:ea typeface="Garet"/>
                <a:cs typeface="Garet"/>
                <a:sym typeface="Garet"/>
              </a:rPr>
              <a:t>t</a:t>
            </a:r>
            <a:r>
              <a:rPr lang="en-US" sz="1000" strike="noStrike" u="none">
                <a:solidFill>
                  <a:srgbClr val="2E2C2C"/>
                </a:solidFill>
                <a:latin typeface="Garet"/>
                <a:ea typeface="Garet"/>
                <a:cs typeface="Garet"/>
                <a:sym typeface="Garet"/>
              </a:rPr>
              <a:t>et</a:t>
            </a:r>
            <a:r>
              <a:rPr lang="en-US" sz="1000" strike="noStrike" u="none">
                <a:solidFill>
                  <a:srgbClr val="2E2C2C"/>
                </a:solidFill>
                <a:latin typeface="Garet"/>
                <a:ea typeface="Garet"/>
                <a:cs typeface="Garet"/>
                <a:sym typeface="Garet"/>
              </a:rPr>
              <a:t>ur </a:t>
            </a:r>
            <a:r>
              <a:rPr lang="en-US" sz="1000" strike="noStrike" u="none">
                <a:solidFill>
                  <a:srgbClr val="2E2C2C"/>
                </a:solidFill>
                <a:latin typeface="Garet"/>
                <a:ea typeface="Garet"/>
                <a:cs typeface="Garet"/>
                <a:sym typeface="Garet"/>
              </a:rPr>
              <a:t>a</a:t>
            </a:r>
            <a:r>
              <a:rPr lang="en-US" sz="1000" strike="noStrike" u="none">
                <a:solidFill>
                  <a:srgbClr val="2E2C2C"/>
                </a:solidFill>
                <a:latin typeface="Garet"/>
                <a:ea typeface="Garet"/>
                <a:cs typeface="Garet"/>
                <a:sym typeface="Garet"/>
              </a:rPr>
              <a:t>dipisc</a:t>
            </a:r>
            <a:r>
              <a:rPr lang="en-US" sz="1000" strike="noStrike" u="none">
                <a:solidFill>
                  <a:srgbClr val="2E2C2C"/>
                </a:solidFill>
                <a:latin typeface="Garet"/>
                <a:ea typeface="Garet"/>
                <a:cs typeface="Garet"/>
                <a:sym typeface="Garet"/>
              </a:rPr>
              <a:t>i</a:t>
            </a:r>
            <a:r>
              <a:rPr lang="en-US" sz="1000" strike="noStrike" u="none">
                <a:solidFill>
                  <a:srgbClr val="2E2C2C"/>
                </a:solidFill>
                <a:latin typeface="Garet"/>
                <a:ea typeface="Garet"/>
                <a:cs typeface="Garet"/>
                <a:sym typeface="Garet"/>
              </a:rPr>
              <a:t>ng e</a:t>
            </a:r>
            <a:r>
              <a:rPr lang="en-US" sz="1000" strike="noStrike" u="none">
                <a:solidFill>
                  <a:srgbClr val="2E2C2C"/>
                </a:solidFill>
                <a:latin typeface="Garet"/>
                <a:ea typeface="Garet"/>
                <a:cs typeface="Garet"/>
                <a:sym typeface="Garet"/>
              </a:rPr>
              <a:t>l</a:t>
            </a:r>
            <a:r>
              <a:rPr lang="en-US" sz="1000" strike="noStrike" u="none">
                <a:solidFill>
                  <a:srgbClr val="2E2C2C"/>
                </a:solidFill>
                <a:latin typeface="Garet"/>
                <a:ea typeface="Garet"/>
                <a:cs typeface="Garet"/>
                <a:sym typeface="Garet"/>
              </a:rPr>
              <a:t>i</a:t>
            </a:r>
            <a:r>
              <a:rPr lang="en-US" sz="1000" strike="noStrike" u="none">
                <a:solidFill>
                  <a:srgbClr val="2E2C2C"/>
                </a:solidFill>
                <a:latin typeface="Garet"/>
                <a:ea typeface="Garet"/>
                <a:cs typeface="Garet"/>
                <a:sym typeface="Garet"/>
              </a:rPr>
              <a:t>t</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s</a:t>
            </a:r>
            <a:r>
              <a:rPr lang="en-US" sz="1000" strike="noStrike" u="none">
                <a:solidFill>
                  <a:srgbClr val="2E2C2C"/>
                </a:solidFill>
                <a:latin typeface="Garet"/>
                <a:ea typeface="Garet"/>
                <a:cs typeface="Garet"/>
                <a:sym typeface="Garet"/>
              </a:rPr>
              <a:t>ed</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do ei</a:t>
            </a:r>
            <a:r>
              <a:rPr lang="en-US" sz="1000" strike="noStrike" u="none">
                <a:solidFill>
                  <a:srgbClr val="2E2C2C"/>
                </a:solidFill>
                <a:latin typeface="Garet"/>
                <a:ea typeface="Garet"/>
                <a:cs typeface="Garet"/>
                <a:sym typeface="Garet"/>
              </a:rPr>
              <a:t>us</a:t>
            </a:r>
            <a:r>
              <a:rPr lang="en-US" sz="1000" strike="noStrike" u="none">
                <a:solidFill>
                  <a:srgbClr val="2E2C2C"/>
                </a:solidFill>
                <a:latin typeface="Garet"/>
                <a:ea typeface="Garet"/>
                <a:cs typeface="Garet"/>
                <a:sym typeface="Garet"/>
              </a:rPr>
              <a:t>mod</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temp</a:t>
            </a:r>
            <a:r>
              <a:rPr lang="en-US" sz="1000" strike="noStrike" u="none">
                <a:solidFill>
                  <a:srgbClr val="2E2C2C"/>
                </a:solidFill>
                <a:latin typeface="Garet"/>
                <a:ea typeface="Garet"/>
                <a:cs typeface="Garet"/>
                <a:sym typeface="Garet"/>
              </a:rPr>
              <a:t>or</a:t>
            </a:r>
            <a:r>
              <a:rPr lang="en-US" sz="1000" strike="noStrike" u="none">
                <a:solidFill>
                  <a:srgbClr val="2E2C2C"/>
                </a:solidFill>
                <a:latin typeface="Garet"/>
                <a:ea typeface="Garet"/>
                <a:cs typeface="Garet"/>
                <a:sym typeface="Garet"/>
              </a:rPr>
              <a:t> i</a:t>
            </a:r>
            <a:r>
              <a:rPr lang="en-US" sz="1000" strike="noStrike" u="none">
                <a:solidFill>
                  <a:srgbClr val="2E2C2C"/>
                </a:solidFill>
                <a:latin typeface="Garet"/>
                <a:ea typeface="Garet"/>
                <a:cs typeface="Garet"/>
                <a:sym typeface="Garet"/>
              </a:rPr>
              <a:t>n</a:t>
            </a:r>
            <a:r>
              <a:rPr lang="en-US" sz="1000" strike="noStrike" u="none">
                <a:solidFill>
                  <a:srgbClr val="2E2C2C"/>
                </a:solidFill>
                <a:latin typeface="Garet"/>
                <a:ea typeface="Garet"/>
                <a:cs typeface="Garet"/>
                <a:sym typeface="Garet"/>
              </a:rPr>
              <a:t>c</a:t>
            </a:r>
            <a:r>
              <a:rPr lang="en-US" sz="1000" strike="noStrike" u="none">
                <a:solidFill>
                  <a:srgbClr val="2E2C2C"/>
                </a:solidFill>
                <a:latin typeface="Garet"/>
                <a:ea typeface="Garet"/>
                <a:cs typeface="Garet"/>
                <a:sym typeface="Garet"/>
              </a:rPr>
              <a:t>i</a:t>
            </a:r>
            <a:r>
              <a:rPr lang="en-US" sz="1000" strike="noStrike" u="none">
                <a:solidFill>
                  <a:srgbClr val="2E2C2C"/>
                </a:solidFill>
                <a:latin typeface="Garet"/>
                <a:ea typeface="Garet"/>
                <a:cs typeface="Garet"/>
                <a:sym typeface="Garet"/>
              </a:rPr>
              <a:t>d</a:t>
            </a:r>
            <a:r>
              <a:rPr lang="en-US" sz="1000" strike="noStrike" u="none">
                <a:solidFill>
                  <a:srgbClr val="2E2C2C"/>
                </a:solidFill>
                <a:latin typeface="Garet"/>
                <a:ea typeface="Garet"/>
                <a:cs typeface="Garet"/>
                <a:sym typeface="Garet"/>
              </a:rPr>
              <a:t>i</a:t>
            </a:r>
            <a:r>
              <a:rPr lang="en-US" sz="1000" strike="noStrike" u="none">
                <a:solidFill>
                  <a:srgbClr val="2E2C2C"/>
                </a:solidFill>
                <a:latin typeface="Garet"/>
                <a:ea typeface="Garet"/>
                <a:cs typeface="Garet"/>
                <a:sym typeface="Garet"/>
              </a:rPr>
              <a:t>du</a:t>
            </a:r>
            <a:r>
              <a:rPr lang="en-US" sz="1000" strike="noStrike" u="none">
                <a:solidFill>
                  <a:srgbClr val="2E2C2C"/>
                </a:solidFill>
                <a:latin typeface="Garet"/>
                <a:ea typeface="Garet"/>
                <a:cs typeface="Garet"/>
                <a:sym typeface="Garet"/>
              </a:rPr>
              <a:t>n</a:t>
            </a:r>
            <a:r>
              <a:rPr lang="en-US" sz="1000" strike="noStrike" u="none">
                <a:solidFill>
                  <a:srgbClr val="2E2C2C"/>
                </a:solidFill>
                <a:latin typeface="Garet"/>
                <a:ea typeface="Garet"/>
                <a:cs typeface="Garet"/>
                <a:sym typeface="Garet"/>
              </a:rPr>
              <a:t>t ut</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l</a:t>
            </a:r>
            <a:r>
              <a:rPr lang="en-US" sz="1000" strike="noStrike" u="none">
                <a:solidFill>
                  <a:srgbClr val="2E2C2C"/>
                </a:solidFill>
                <a:latin typeface="Garet"/>
                <a:ea typeface="Garet"/>
                <a:cs typeface="Garet"/>
                <a:sym typeface="Garet"/>
              </a:rPr>
              <a:t>a</a:t>
            </a:r>
            <a:r>
              <a:rPr lang="en-US" sz="1000" strike="noStrike" u="none">
                <a:solidFill>
                  <a:srgbClr val="2E2C2C"/>
                </a:solidFill>
                <a:latin typeface="Garet"/>
                <a:ea typeface="Garet"/>
                <a:cs typeface="Garet"/>
                <a:sym typeface="Garet"/>
              </a:rPr>
              <a:t>bore</a:t>
            </a:r>
            <a:r>
              <a:rPr lang="en-US" sz="1000" strike="noStrike" u="none">
                <a:solidFill>
                  <a:srgbClr val="2E2C2C"/>
                </a:solidFill>
                <a:latin typeface="Garet"/>
                <a:ea typeface="Garet"/>
                <a:cs typeface="Garet"/>
                <a:sym typeface="Garet"/>
              </a:rPr>
              <a:t> e</a:t>
            </a:r>
            <a:r>
              <a:rPr lang="en-US" sz="1000" strike="noStrike" u="none">
                <a:solidFill>
                  <a:srgbClr val="2E2C2C"/>
                </a:solidFill>
                <a:latin typeface="Garet"/>
                <a:ea typeface="Garet"/>
                <a:cs typeface="Garet"/>
                <a:sym typeface="Garet"/>
              </a:rPr>
              <a:t>t </a:t>
            </a:r>
            <a:r>
              <a:rPr lang="en-US" sz="1000" strike="noStrike" u="none">
                <a:solidFill>
                  <a:srgbClr val="2E2C2C"/>
                </a:solidFill>
                <a:latin typeface="Garet"/>
                <a:ea typeface="Garet"/>
                <a:cs typeface="Garet"/>
                <a:sym typeface="Garet"/>
              </a:rPr>
              <a:t>d</a:t>
            </a:r>
            <a:r>
              <a:rPr lang="en-US" sz="1000" strike="noStrike" u="none">
                <a:solidFill>
                  <a:srgbClr val="2E2C2C"/>
                </a:solidFill>
                <a:latin typeface="Garet"/>
                <a:ea typeface="Garet"/>
                <a:cs typeface="Garet"/>
                <a:sym typeface="Garet"/>
              </a:rPr>
              <a:t>olore</a:t>
            </a:r>
            <a:r>
              <a:rPr lang="en-US" sz="1000" strike="noStrike" u="none">
                <a:solidFill>
                  <a:srgbClr val="2E2C2C"/>
                </a:solidFill>
                <a:latin typeface="Garet"/>
                <a:ea typeface="Garet"/>
                <a:cs typeface="Garet"/>
                <a:sym typeface="Garet"/>
              </a:rPr>
              <a:t> ma</a:t>
            </a:r>
            <a:r>
              <a:rPr lang="en-US" sz="1000" strike="noStrike" u="none">
                <a:solidFill>
                  <a:srgbClr val="2E2C2C"/>
                </a:solidFill>
                <a:latin typeface="Garet"/>
                <a:ea typeface="Garet"/>
                <a:cs typeface="Garet"/>
                <a:sym typeface="Garet"/>
              </a:rPr>
              <a:t>gna al</a:t>
            </a:r>
            <a:r>
              <a:rPr lang="en-US" sz="1000" strike="noStrike" u="none">
                <a:solidFill>
                  <a:srgbClr val="2E2C2C"/>
                </a:solidFill>
                <a:latin typeface="Garet"/>
                <a:ea typeface="Garet"/>
                <a:cs typeface="Garet"/>
                <a:sym typeface="Garet"/>
              </a:rPr>
              <a:t>i</a:t>
            </a:r>
            <a:r>
              <a:rPr lang="en-US" sz="1000" strike="noStrike" u="none">
                <a:solidFill>
                  <a:srgbClr val="2E2C2C"/>
                </a:solidFill>
                <a:latin typeface="Garet"/>
                <a:ea typeface="Garet"/>
                <a:cs typeface="Garet"/>
                <a:sym typeface="Garet"/>
              </a:rPr>
              <a:t>qua</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Ut</a:t>
            </a:r>
            <a:r>
              <a:rPr lang="en-US" sz="1000" strike="noStrike" u="none">
                <a:solidFill>
                  <a:srgbClr val="2E2C2C"/>
                </a:solidFill>
                <a:latin typeface="Garet"/>
                <a:ea typeface="Garet"/>
                <a:cs typeface="Garet"/>
                <a:sym typeface="Garet"/>
              </a:rPr>
              <a:t> en</a:t>
            </a:r>
            <a:r>
              <a:rPr lang="en-US" sz="1000" strike="noStrike" u="none">
                <a:solidFill>
                  <a:srgbClr val="2E2C2C"/>
                </a:solidFill>
                <a:latin typeface="Garet"/>
                <a:ea typeface="Garet"/>
                <a:cs typeface="Garet"/>
                <a:sym typeface="Garet"/>
              </a:rPr>
              <a:t>im</a:t>
            </a:r>
            <a:r>
              <a:rPr lang="en-US" sz="1000" strike="noStrike" u="none">
                <a:solidFill>
                  <a:srgbClr val="2E2C2C"/>
                </a:solidFill>
                <a:latin typeface="Garet"/>
                <a:ea typeface="Garet"/>
                <a:cs typeface="Garet"/>
                <a:sym typeface="Garet"/>
              </a:rPr>
              <a:t> a</a:t>
            </a:r>
            <a:r>
              <a:rPr lang="en-US" sz="1000" strike="noStrike" u="none">
                <a:solidFill>
                  <a:srgbClr val="2E2C2C"/>
                </a:solidFill>
                <a:latin typeface="Garet"/>
                <a:ea typeface="Garet"/>
                <a:cs typeface="Garet"/>
                <a:sym typeface="Garet"/>
              </a:rPr>
              <a:t>d</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mi</a:t>
            </a:r>
            <a:r>
              <a:rPr lang="en-US" sz="1000" strike="noStrike" u="none">
                <a:solidFill>
                  <a:srgbClr val="2E2C2C"/>
                </a:solidFill>
                <a:latin typeface="Garet"/>
                <a:ea typeface="Garet"/>
                <a:cs typeface="Garet"/>
                <a:sym typeface="Garet"/>
              </a:rPr>
              <a:t>n</a:t>
            </a:r>
            <a:r>
              <a:rPr lang="en-US" sz="1000" strike="noStrike" u="none">
                <a:solidFill>
                  <a:srgbClr val="2E2C2C"/>
                </a:solidFill>
                <a:latin typeface="Garet"/>
                <a:ea typeface="Garet"/>
                <a:cs typeface="Garet"/>
                <a:sym typeface="Garet"/>
              </a:rPr>
              <a:t>im v</a:t>
            </a:r>
            <a:r>
              <a:rPr lang="en-US" sz="1000" strike="noStrike" u="none">
                <a:solidFill>
                  <a:srgbClr val="2E2C2C"/>
                </a:solidFill>
                <a:latin typeface="Garet"/>
                <a:ea typeface="Garet"/>
                <a:cs typeface="Garet"/>
                <a:sym typeface="Garet"/>
              </a:rPr>
              <a:t>e</a:t>
            </a:r>
            <a:r>
              <a:rPr lang="en-US" sz="1000" strike="noStrike" u="none">
                <a:solidFill>
                  <a:srgbClr val="2E2C2C"/>
                </a:solidFill>
                <a:latin typeface="Garet"/>
                <a:ea typeface="Garet"/>
                <a:cs typeface="Garet"/>
                <a:sym typeface="Garet"/>
              </a:rPr>
              <a:t>ni</a:t>
            </a:r>
            <a:r>
              <a:rPr lang="en-US" sz="1000" strike="noStrike" u="none">
                <a:solidFill>
                  <a:srgbClr val="2E2C2C"/>
                </a:solidFill>
                <a:latin typeface="Garet"/>
                <a:ea typeface="Garet"/>
                <a:cs typeface="Garet"/>
                <a:sym typeface="Garet"/>
              </a:rPr>
              <a:t>a</a:t>
            </a:r>
            <a:r>
              <a:rPr lang="en-US" sz="1000" strike="noStrike" u="none">
                <a:solidFill>
                  <a:srgbClr val="2E2C2C"/>
                </a:solidFill>
                <a:latin typeface="Garet"/>
                <a:ea typeface="Garet"/>
                <a:cs typeface="Garet"/>
                <a:sym typeface="Garet"/>
              </a:rPr>
              <a:t>m, quis nos</a:t>
            </a:r>
            <a:r>
              <a:rPr lang="en-US" sz="1000" strike="noStrike" u="none">
                <a:solidFill>
                  <a:srgbClr val="2E2C2C"/>
                </a:solidFill>
                <a:latin typeface="Garet"/>
                <a:ea typeface="Garet"/>
                <a:cs typeface="Garet"/>
                <a:sym typeface="Garet"/>
              </a:rPr>
              <a:t>t</a:t>
            </a:r>
            <a:r>
              <a:rPr lang="en-US" sz="1000" strike="noStrike" u="none">
                <a:solidFill>
                  <a:srgbClr val="2E2C2C"/>
                </a:solidFill>
                <a:latin typeface="Garet"/>
                <a:ea typeface="Garet"/>
                <a:cs typeface="Garet"/>
                <a:sym typeface="Garet"/>
              </a:rPr>
              <a:t>rud</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exercit</a:t>
            </a:r>
            <a:r>
              <a:rPr lang="en-US" sz="1000" strike="noStrike" u="none">
                <a:solidFill>
                  <a:srgbClr val="2E2C2C"/>
                </a:solidFill>
                <a:latin typeface="Garet"/>
                <a:ea typeface="Garet"/>
                <a:cs typeface="Garet"/>
                <a:sym typeface="Garet"/>
              </a:rPr>
              <a:t>a</a:t>
            </a:r>
            <a:r>
              <a:rPr lang="en-US" sz="1000" strike="noStrike" u="none">
                <a:solidFill>
                  <a:srgbClr val="2E2C2C"/>
                </a:solidFill>
                <a:latin typeface="Garet"/>
                <a:ea typeface="Garet"/>
                <a:cs typeface="Garet"/>
                <a:sym typeface="Garet"/>
              </a:rPr>
              <a:t>tio</a:t>
            </a:r>
            <a:r>
              <a:rPr lang="en-US" sz="1000" strike="noStrike" u="none">
                <a:solidFill>
                  <a:srgbClr val="2E2C2C"/>
                </a:solidFill>
                <a:latin typeface="Garet"/>
                <a:ea typeface="Garet"/>
                <a:cs typeface="Garet"/>
                <a:sym typeface="Garet"/>
              </a:rPr>
              <a:t>n </a:t>
            </a:r>
            <a:r>
              <a:rPr lang="en-US" sz="1000" strike="noStrike" u="none">
                <a:solidFill>
                  <a:srgbClr val="2E2C2C"/>
                </a:solidFill>
                <a:latin typeface="Garet"/>
                <a:ea typeface="Garet"/>
                <a:cs typeface="Garet"/>
                <a:sym typeface="Garet"/>
              </a:rPr>
              <a:t>u</a:t>
            </a:r>
            <a:r>
              <a:rPr lang="en-US" sz="1000" strike="noStrike" u="none">
                <a:solidFill>
                  <a:srgbClr val="2E2C2C"/>
                </a:solidFill>
                <a:latin typeface="Garet"/>
                <a:ea typeface="Garet"/>
                <a:cs typeface="Garet"/>
                <a:sym typeface="Garet"/>
              </a:rPr>
              <a:t>l</a:t>
            </a:r>
            <a:r>
              <a:rPr lang="en-US" sz="1000" strike="noStrike" u="none">
                <a:solidFill>
                  <a:srgbClr val="2E2C2C"/>
                </a:solidFill>
                <a:latin typeface="Garet"/>
                <a:ea typeface="Garet"/>
                <a:cs typeface="Garet"/>
                <a:sym typeface="Garet"/>
              </a:rPr>
              <a:t>lam</a:t>
            </a:r>
            <a:r>
              <a:rPr lang="en-US" sz="1000" strike="noStrike" u="none">
                <a:solidFill>
                  <a:srgbClr val="2E2C2C"/>
                </a:solidFill>
                <a:latin typeface="Garet"/>
                <a:ea typeface="Garet"/>
                <a:cs typeface="Garet"/>
                <a:sym typeface="Garet"/>
              </a:rPr>
              <a:t>co</a:t>
            </a:r>
            <a:r>
              <a:rPr lang="en-US" sz="1000" strike="noStrike" u="none">
                <a:solidFill>
                  <a:srgbClr val="2E2C2C"/>
                </a:solidFill>
                <a:latin typeface="Garet"/>
                <a:ea typeface="Garet"/>
                <a:cs typeface="Garet"/>
                <a:sym typeface="Garet"/>
              </a:rPr>
              <a:t> labor</a:t>
            </a:r>
            <a:r>
              <a:rPr lang="en-US" sz="1000" strike="noStrike" u="none">
                <a:solidFill>
                  <a:srgbClr val="2E2C2C"/>
                </a:solidFill>
                <a:latin typeface="Garet"/>
                <a:ea typeface="Garet"/>
                <a:cs typeface="Garet"/>
                <a:sym typeface="Garet"/>
              </a:rPr>
              <a:t>i</a:t>
            </a:r>
            <a:r>
              <a:rPr lang="en-US" sz="1000" strike="noStrike" u="none">
                <a:solidFill>
                  <a:srgbClr val="2E2C2C"/>
                </a:solidFill>
                <a:latin typeface="Garet"/>
                <a:ea typeface="Garet"/>
                <a:cs typeface="Garet"/>
                <a:sym typeface="Garet"/>
              </a:rPr>
              <a:t>s </a:t>
            </a:r>
            <a:r>
              <a:rPr lang="en-US" sz="1000" strike="noStrike" u="none">
                <a:solidFill>
                  <a:srgbClr val="2E2C2C"/>
                </a:solidFill>
                <a:latin typeface="Garet"/>
                <a:ea typeface="Garet"/>
                <a:cs typeface="Garet"/>
                <a:sym typeface="Garet"/>
              </a:rPr>
              <a:t>n</a:t>
            </a:r>
            <a:r>
              <a:rPr lang="en-US" sz="1000" strike="noStrike" u="none">
                <a:solidFill>
                  <a:srgbClr val="2E2C2C"/>
                </a:solidFill>
                <a:latin typeface="Garet"/>
                <a:ea typeface="Garet"/>
                <a:cs typeface="Garet"/>
                <a:sym typeface="Garet"/>
              </a:rPr>
              <a:t>isi ut</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aliqu</a:t>
            </a:r>
            <a:r>
              <a:rPr lang="en-US" sz="1000" strike="noStrike" u="none">
                <a:solidFill>
                  <a:srgbClr val="2E2C2C"/>
                </a:solidFill>
                <a:latin typeface="Garet"/>
                <a:ea typeface="Garet"/>
                <a:cs typeface="Garet"/>
                <a:sym typeface="Garet"/>
              </a:rPr>
              <a:t>i</a:t>
            </a:r>
            <a:r>
              <a:rPr lang="en-US" sz="1000" strike="noStrike" u="none">
                <a:solidFill>
                  <a:srgbClr val="2E2C2C"/>
                </a:solidFill>
                <a:latin typeface="Garet"/>
                <a:ea typeface="Garet"/>
                <a:cs typeface="Garet"/>
                <a:sym typeface="Garet"/>
              </a:rPr>
              <a:t>p </a:t>
            </a:r>
            <a:r>
              <a:rPr lang="en-US" sz="1000" strike="noStrike" u="none">
                <a:solidFill>
                  <a:srgbClr val="2E2C2C"/>
                </a:solidFill>
                <a:latin typeface="Garet"/>
                <a:ea typeface="Garet"/>
                <a:cs typeface="Garet"/>
                <a:sym typeface="Garet"/>
              </a:rPr>
              <a:t>e</a:t>
            </a:r>
            <a:r>
              <a:rPr lang="en-US" sz="1000" strike="noStrike" u="none">
                <a:solidFill>
                  <a:srgbClr val="2E2C2C"/>
                </a:solidFill>
                <a:latin typeface="Garet"/>
                <a:ea typeface="Garet"/>
                <a:cs typeface="Garet"/>
                <a:sym typeface="Garet"/>
              </a:rPr>
              <a:t>x</a:t>
            </a:r>
            <a:r>
              <a:rPr lang="en-US" sz="1000" strike="noStrike" u="none">
                <a:solidFill>
                  <a:srgbClr val="2E2C2C"/>
                </a:solidFill>
                <a:latin typeface="Garet"/>
                <a:ea typeface="Garet"/>
                <a:cs typeface="Garet"/>
                <a:sym typeface="Garet"/>
              </a:rPr>
              <a:t> e</a:t>
            </a:r>
            <a:r>
              <a:rPr lang="en-US" sz="1000" strike="noStrike" u="none">
                <a:solidFill>
                  <a:srgbClr val="2E2C2C"/>
                </a:solidFill>
                <a:latin typeface="Garet"/>
                <a:ea typeface="Garet"/>
                <a:cs typeface="Garet"/>
                <a:sym typeface="Garet"/>
              </a:rPr>
              <a:t>a commodo co</a:t>
            </a:r>
            <a:r>
              <a:rPr lang="en-US" sz="1000" strike="noStrike" u="none">
                <a:solidFill>
                  <a:srgbClr val="2E2C2C"/>
                </a:solidFill>
                <a:latin typeface="Garet"/>
                <a:ea typeface="Garet"/>
                <a:cs typeface="Garet"/>
                <a:sym typeface="Garet"/>
              </a:rPr>
              <a:t>n</a:t>
            </a:r>
            <a:r>
              <a:rPr lang="en-US" sz="1000" strike="noStrike" u="none">
                <a:solidFill>
                  <a:srgbClr val="2E2C2C"/>
                </a:solidFill>
                <a:latin typeface="Garet"/>
                <a:ea typeface="Garet"/>
                <a:cs typeface="Garet"/>
                <a:sym typeface="Garet"/>
              </a:rPr>
              <a:t>sequat. Duis aute </a:t>
            </a:r>
            <a:r>
              <a:rPr lang="en-US" sz="1000" strike="noStrike" u="none">
                <a:solidFill>
                  <a:srgbClr val="2E2C2C"/>
                </a:solidFill>
                <a:latin typeface="Garet"/>
                <a:ea typeface="Garet"/>
                <a:cs typeface="Garet"/>
                <a:sym typeface="Garet"/>
              </a:rPr>
              <a:t>ir</a:t>
            </a:r>
            <a:r>
              <a:rPr lang="en-US" sz="1000" strike="noStrike" u="none">
                <a:solidFill>
                  <a:srgbClr val="2E2C2C"/>
                </a:solidFill>
                <a:latin typeface="Garet"/>
                <a:ea typeface="Garet"/>
                <a:cs typeface="Garet"/>
                <a:sym typeface="Garet"/>
              </a:rPr>
              <a:t>ure d</a:t>
            </a:r>
            <a:r>
              <a:rPr lang="en-US" sz="1000" strike="noStrike" u="none">
                <a:solidFill>
                  <a:srgbClr val="2E2C2C"/>
                </a:solidFill>
                <a:latin typeface="Garet"/>
                <a:ea typeface="Garet"/>
                <a:cs typeface="Garet"/>
                <a:sym typeface="Garet"/>
              </a:rPr>
              <a:t>o</a:t>
            </a:r>
            <a:r>
              <a:rPr lang="en-US" sz="1000" strike="noStrike" u="none">
                <a:solidFill>
                  <a:srgbClr val="2E2C2C"/>
                </a:solidFill>
                <a:latin typeface="Garet"/>
                <a:ea typeface="Garet"/>
                <a:cs typeface="Garet"/>
                <a:sym typeface="Garet"/>
              </a:rPr>
              <a:t>lor i</a:t>
            </a:r>
            <a:r>
              <a:rPr lang="en-US" sz="1000" strike="noStrike" u="none">
                <a:solidFill>
                  <a:srgbClr val="2E2C2C"/>
                </a:solidFill>
                <a:latin typeface="Garet"/>
                <a:ea typeface="Garet"/>
                <a:cs typeface="Garet"/>
                <a:sym typeface="Garet"/>
              </a:rPr>
              <a:t>n</a:t>
            </a:r>
            <a:r>
              <a:rPr lang="en-US" sz="1000" strike="noStrike" u="none">
                <a:solidFill>
                  <a:srgbClr val="2E2C2C"/>
                </a:solidFill>
                <a:latin typeface="Garet"/>
                <a:ea typeface="Garet"/>
                <a:cs typeface="Garet"/>
                <a:sym typeface="Garet"/>
              </a:rPr>
              <a:t> repreh</a:t>
            </a:r>
            <a:r>
              <a:rPr lang="en-US" sz="1000" strike="noStrike" u="none">
                <a:solidFill>
                  <a:srgbClr val="2E2C2C"/>
                </a:solidFill>
                <a:latin typeface="Garet"/>
                <a:ea typeface="Garet"/>
                <a:cs typeface="Garet"/>
                <a:sym typeface="Garet"/>
              </a:rPr>
              <a:t>en</a:t>
            </a:r>
            <a:r>
              <a:rPr lang="en-US" sz="1000" strike="noStrike" u="none">
                <a:solidFill>
                  <a:srgbClr val="2E2C2C"/>
                </a:solidFill>
                <a:latin typeface="Garet"/>
                <a:ea typeface="Garet"/>
                <a:cs typeface="Garet"/>
                <a:sym typeface="Garet"/>
              </a:rPr>
              <a:t>deri</a:t>
            </a:r>
            <a:r>
              <a:rPr lang="en-US" sz="1000" strike="noStrike" u="none">
                <a:solidFill>
                  <a:srgbClr val="2E2C2C"/>
                </a:solidFill>
                <a:latin typeface="Garet"/>
                <a:ea typeface="Garet"/>
                <a:cs typeface="Garet"/>
                <a:sym typeface="Garet"/>
              </a:rPr>
              <a:t>t </a:t>
            </a:r>
            <a:r>
              <a:rPr lang="en-US" sz="1000" strike="noStrike" u="none">
                <a:solidFill>
                  <a:srgbClr val="2E2C2C"/>
                </a:solidFill>
                <a:latin typeface="Garet"/>
                <a:ea typeface="Garet"/>
                <a:cs typeface="Garet"/>
                <a:sym typeface="Garet"/>
              </a:rPr>
              <a:t>in v</a:t>
            </a:r>
            <a:r>
              <a:rPr lang="en-US" sz="1000" strike="noStrike" u="none">
                <a:solidFill>
                  <a:srgbClr val="2E2C2C"/>
                </a:solidFill>
                <a:latin typeface="Garet"/>
                <a:ea typeface="Garet"/>
                <a:cs typeface="Garet"/>
                <a:sym typeface="Garet"/>
              </a:rPr>
              <a:t>o</a:t>
            </a:r>
            <a:r>
              <a:rPr lang="en-US" sz="1000" strike="noStrike" u="none">
                <a:solidFill>
                  <a:srgbClr val="2E2C2C"/>
                </a:solidFill>
                <a:latin typeface="Garet"/>
                <a:ea typeface="Garet"/>
                <a:cs typeface="Garet"/>
                <a:sym typeface="Garet"/>
              </a:rPr>
              <a:t>l</a:t>
            </a:r>
            <a:r>
              <a:rPr lang="en-US" sz="1000" strike="noStrike" u="none">
                <a:solidFill>
                  <a:srgbClr val="2E2C2C"/>
                </a:solidFill>
                <a:latin typeface="Garet"/>
                <a:ea typeface="Garet"/>
                <a:cs typeface="Garet"/>
                <a:sym typeface="Garet"/>
              </a:rPr>
              <a:t>u</a:t>
            </a:r>
            <a:r>
              <a:rPr lang="en-US" sz="1000" strike="noStrike" u="none">
                <a:solidFill>
                  <a:srgbClr val="2E2C2C"/>
                </a:solidFill>
                <a:latin typeface="Garet"/>
                <a:ea typeface="Garet"/>
                <a:cs typeface="Garet"/>
                <a:sym typeface="Garet"/>
              </a:rPr>
              <a:t>p</a:t>
            </a:r>
            <a:r>
              <a:rPr lang="en-US" sz="1000" strike="noStrike" u="none">
                <a:solidFill>
                  <a:srgbClr val="2E2C2C"/>
                </a:solidFill>
                <a:latin typeface="Garet"/>
                <a:ea typeface="Garet"/>
                <a:cs typeface="Garet"/>
                <a:sym typeface="Garet"/>
              </a:rPr>
              <a:t>ta</a:t>
            </a:r>
            <a:r>
              <a:rPr lang="en-US" sz="1000" strike="noStrike" u="none">
                <a:solidFill>
                  <a:srgbClr val="2E2C2C"/>
                </a:solidFill>
                <a:latin typeface="Garet"/>
                <a:ea typeface="Garet"/>
                <a:cs typeface="Garet"/>
                <a:sym typeface="Garet"/>
              </a:rPr>
              <a:t>te</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ve</a:t>
            </a:r>
            <a:r>
              <a:rPr lang="en-US" sz="1000" strike="noStrike" u="none">
                <a:solidFill>
                  <a:srgbClr val="2E2C2C"/>
                </a:solidFill>
                <a:latin typeface="Garet"/>
                <a:ea typeface="Garet"/>
                <a:cs typeface="Garet"/>
                <a:sym typeface="Garet"/>
              </a:rPr>
              <a:t>li</a:t>
            </a:r>
            <a:r>
              <a:rPr lang="en-US" sz="1000" strike="noStrike" u="none">
                <a:solidFill>
                  <a:srgbClr val="2E2C2C"/>
                </a:solidFill>
                <a:latin typeface="Garet"/>
                <a:ea typeface="Garet"/>
                <a:cs typeface="Garet"/>
                <a:sym typeface="Garet"/>
              </a:rPr>
              <a:t>t </a:t>
            </a:r>
            <a:r>
              <a:rPr lang="en-US" sz="1000" strike="noStrike" u="none">
                <a:solidFill>
                  <a:srgbClr val="2E2C2C"/>
                </a:solidFill>
                <a:latin typeface="Garet"/>
                <a:ea typeface="Garet"/>
                <a:cs typeface="Garet"/>
                <a:sym typeface="Garet"/>
              </a:rPr>
              <a:t>e</a:t>
            </a:r>
            <a:r>
              <a:rPr lang="en-US" sz="1000" strike="noStrike" u="none">
                <a:solidFill>
                  <a:srgbClr val="2E2C2C"/>
                </a:solidFill>
                <a:latin typeface="Garet"/>
                <a:ea typeface="Garet"/>
                <a:cs typeface="Garet"/>
                <a:sym typeface="Garet"/>
              </a:rPr>
              <a:t>s</a:t>
            </a:r>
            <a:r>
              <a:rPr lang="en-US" sz="1000" strike="noStrike" u="none">
                <a:solidFill>
                  <a:srgbClr val="2E2C2C"/>
                </a:solidFill>
                <a:latin typeface="Garet"/>
                <a:ea typeface="Garet"/>
                <a:cs typeface="Garet"/>
                <a:sym typeface="Garet"/>
              </a:rPr>
              <a:t>s</a:t>
            </a:r>
            <a:r>
              <a:rPr lang="en-US" sz="1000" strike="noStrike" u="none">
                <a:solidFill>
                  <a:srgbClr val="2E2C2C"/>
                </a:solidFill>
                <a:latin typeface="Garet"/>
                <a:ea typeface="Garet"/>
                <a:cs typeface="Garet"/>
                <a:sym typeface="Garet"/>
              </a:rPr>
              <a:t>e</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cillum</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dolor</a:t>
            </a:r>
            <a:r>
              <a:rPr lang="en-US" sz="1000" strike="noStrike" u="none">
                <a:solidFill>
                  <a:srgbClr val="2E2C2C"/>
                </a:solidFill>
                <a:latin typeface="Garet"/>
                <a:ea typeface="Garet"/>
                <a:cs typeface="Garet"/>
                <a:sym typeface="Garet"/>
              </a:rPr>
              <a:t>e e</a:t>
            </a:r>
            <a:r>
              <a:rPr lang="en-US" sz="1000" strike="noStrike" u="none">
                <a:solidFill>
                  <a:srgbClr val="2E2C2C"/>
                </a:solidFill>
                <a:latin typeface="Garet"/>
                <a:ea typeface="Garet"/>
                <a:cs typeface="Garet"/>
                <a:sym typeface="Garet"/>
              </a:rPr>
              <a:t>u</a:t>
            </a:r>
            <a:r>
              <a:rPr lang="en-US" sz="1000" strike="noStrike" u="none">
                <a:solidFill>
                  <a:srgbClr val="2E2C2C"/>
                </a:solidFill>
                <a:latin typeface="Garet"/>
                <a:ea typeface="Garet"/>
                <a:cs typeface="Garet"/>
                <a:sym typeface="Garet"/>
              </a:rPr>
              <a:t> </a:t>
            </a:r>
            <a:r>
              <a:rPr lang="en-US" sz="1000" strike="noStrike" u="none">
                <a:solidFill>
                  <a:srgbClr val="2E2C2C"/>
                </a:solidFill>
                <a:latin typeface="Garet"/>
                <a:ea typeface="Garet"/>
                <a:cs typeface="Garet"/>
                <a:sym typeface="Garet"/>
              </a:rPr>
              <a:t>fug</a:t>
            </a:r>
            <a:r>
              <a:rPr lang="en-US" sz="1000" strike="noStrike" u="none">
                <a:solidFill>
                  <a:srgbClr val="2E2C2C"/>
                </a:solidFill>
                <a:latin typeface="Garet"/>
                <a:ea typeface="Garet"/>
                <a:cs typeface="Garet"/>
                <a:sym typeface="Garet"/>
              </a:rPr>
              <a:t>i</a:t>
            </a:r>
            <a:r>
              <a:rPr lang="en-US" sz="1000" strike="noStrike" u="none">
                <a:solidFill>
                  <a:srgbClr val="2E2C2C"/>
                </a:solidFill>
                <a:latin typeface="Garet"/>
                <a:ea typeface="Garet"/>
                <a:cs typeface="Garet"/>
                <a:sym typeface="Garet"/>
              </a:rPr>
              <a:t>at </a:t>
            </a:r>
            <a:r>
              <a:rPr lang="en-US" sz="1000" strike="noStrike" u="none">
                <a:solidFill>
                  <a:srgbClr val="2E2C2C"/>
                </a:solidFill>
                <a:latin typeface="Garet"/>
                <a:ea typeface="Garet"/>
                <a:cs typeface="Garet"/>
                <a:sym typeface="Garet"/>
              </a:rPr>
              <a:t>n</a:t>
            </a:r>
            <a:r>
              <a:rPr lang="en-US" sz="1000" strike="noStrike" u="none">
                <a:solidFill>
                  <a:srgbClr val="2E2C2C"/>
                </a:solidFill>
                <a:latin typeface="Garet"/>
                <a:ea typeface="Garet"/>
                <a:cs typeface="Garet"/>
                <a:sym typeface="Garet"/>
              </a:rPr>
              <a:t>ulla pariatur.</a:t>
            </a:r>
          </a:p>
        </p:txBody>
      </p:sp>
      <p:sp>
        <p:nvSpPr>
          <p:cNvPr name="TextBox 16" id="16"/>
          <p:cNvSpPr txBox="true"/>
          <p:nvPr/>
        </p:nvSpPr>
        <p:spPr>
          <a:xfrm rot="0">
            <a:off x="957905" y="1548577"/>
            <a:ext cx="1195306" cy="247683"/>
          </a:xfrm>
          <a:prstGeom prst="rect">
            <a:avLst/>
          </a:prstGeom>
        </p:spPr>
        <p:txBody>
          <a:bodyPr anchor="t" rtlCol="false" tIns="0" lIns="0" bIns="0" rIns="0">
            <a:spAutoFit/>
          </a:bodyPr>
          <a:lstStyle/>
          <a:p>
            <a:pPr algn="l">
              <a:lnSpc>
                <a:spcPts val="2100"/>
              </a:lnSpc>
            </a:pPr>
            <a:r>
              <a:rPr lang="en-US" sz="1000">
                <a:solidFill>
                  <a:srgbClr val="666464"/>
                </a:solidFill>
                <a:latin typeface="Garet"/>
                <a:ea typeface="Garet"/>
                <a:cs typeface="Garet"/>
                <a:sym typeface="Garet"/>
              </a:rPr>
              <a:t>+123-456-7890</a:t>
            </a:r>
          </a:p>
        </p:txBody>
      </p:sp>
      <p:sp>
        <p:nvSpPr>
          <p:cNvPr name="TextBox 17" id="17"/>
          <p:cNvSpPr txBox="true"/>
          <p:nvPr/>
        </p:nvSpPr>
        <p:spPr>
          <a:xfrm rot="0">
            <a:off x="2677237" y="1548577"/>
            <a:ext cx="1897472" cy="247683"/>
          </a:xfrm>
          <a:prstGeom prst="rect">
            <a:avLst/>
          </a:prstGeom>
        </p:spPr>
        <p:txBody>
          <a:bodyPr anchor="t" rtlCol="false" tIns="0" lIns="0" bIns="0" rIns="0">
            <a:spAutoFit/>
          </a:bodyPr>
          <a:lstStyle/>
          <a:p>
            <a:pPr algn="l">
              <a:lnSpc>
                <a:spcPts val="2100"/>
              </a:lnSpc>
            </a:pPr>
            <a:r>
              <a:rPr lang="en-US" sz="1000">
                <a:solidFill>
                  <a:srgbClr val="666464"/>
                </a:solidFill>
                <a:latin typeface="Garet"/>
                <a:ea typeface="Garet"/>
                <a:cs typeface="Garet"/>
                <a:sym typeface="Garet"/>
              </a:rPr>
              <a:t>hello@reallygreatsite.com</a:t>
            </a:r>
          </a:p>
        </p:txBody>
      </p:sp>
      <p:sp>
        <p:nvSpPr>
          <p:cNvPr name="TextBox 18" id="18"/>
          <p:cNvSpPr txBox="true"/>
          <p:nvPr/>
        </p:nvSpPr>
        <p:spPr>
          <a:xfrm rot="0">
            <a:off x="5091445" y="1548577"/>
            <a:ext cx="1897472" cy="247683"/>
          </a:xfrm>
          <a:prstGeom prst="rect">
            <a:avLst/>
          </a:prstGeom>
        </p:spPr>
        <p:txBody>
          <a:bodyPr anchor="t" rtlCol="false" tIns="0" lIns="0" bIns="0" rIns="0">
            <a:spAutoFit/>
          </a:bodyPr>
          <a:lstStyle/>
          <a:p>
            <a:pPr algn="l">
              <a:lnSpc>
                <a:spcPts val="2100"/>
              </a:lnSpc>
            </a:pPr>
            <a:r>
              <a:rPr lang="en-US" sz="1000">
                <a:solidFill>
                  <a:srgbClr val="666464"/>
                </a:solidFill>
                <a:latin typeface="Garet"/>
                <a:ea typeface="Garet"/>
                <a:cs typeface="Garet"/>
                <a:sym typeface="Garet"/>
              </a:rPr>
              <a:t>123 Anywhere St., Any City</a:t>
            </a:r>
          </a:p>
        </p:txBody>
      </p:sp>
      <p:sp>
        <p:nvSpPr>
          <p:cNvPr name="TextBox 19" id="19"/>
          <p:cNvSpPr txBox="true"/>
          <p:nvPr/>
        </p:nvSpPr>
        <p:spPr>
          <a:xfrm rot="0">
            <a:off x="756000" y="3517028"/>
            <a:ext cx="2319410" cy="209517"/>
          </a:xfrm>
          <a:prstGeom prst="rect">
            <a:avLst/>
          </a:prstGeom>
        </p:spPr>
        <p:txBody>
          <a:bodyPr anchor="t" rtlCol="false" tIns="0" lIns="0" bIns="0" rIns="0">
            <a:spAutoFit/>
          </a:bodyPr>
          <a:lstStyle/>
          <a:p>
            <a:pPr algn="just" marL="0" indent="0" lvl="0">
              <a:lnSpc>
                <a:spcPts val="1679"/>
              </a:lnSpc>
            </a:pPr>
            <a:r>
              <a:rPr lang="en-US" b="true" sz="1399" spc="111">
                <a:solidFill>
                  <a:srgbClr val="2E2C2C"/>
                </a:solidFill>
                <a:latin typeface="Garet Bold"/>
                <a:ea typeface="Garet Bold"/>
                <a:cs typeface="Garet Bold"/>
                <a:sym typeface="Garet Bold"/>
              </a:rPr>
              <a:t>EDUCATION</a:t>
            </a:r>
          </a:p>
        </p:txBody>
      </p:sp>
      <p:sp>
        <p:nvSpPr>
          <p:cNvPr name="TextBox 20" id="20"/>
          <p:cNvSpPr txBox="true"/>
          <p:nvPr/>
        </p:nvSpPr>
        <p:spPr>
          <a:xfrm rot="0">
            <a:off x="756000" y="4078028"/>
            <a:ext cx="2822273" cy="143383"/>
          </a:xfrm>
          <a:prstGeom prst="rect">
            <a:avLst/>
          </a:prstGeom>
        </p:spPr>
        <p:txBody>
          <a:bodyPr anchor="t" rtlCol="false" tIns="0" lIns="0" bIns="0" rIns="0">
            <a:spAutoFit/>
          </a:bodyPr>
          <a:lstStyle/>
          <a:p>
            <a:pPr algn="l" marL="0" indent="0" lvl="0">
              <a:lnSpc>
                <a:spcPts val="1166"/>
              </a:lnSpc>
              <a:spcBef>
                <a:spcPct val="0"/>
              </a:spcBef>
            </a:pPr>
            <a:r>
              <a:rPr lang="en-US" b="true" sz="1100">
                <a:solidFill>
                  <a:srgbClr val="2E2C2C"/>
                </a:solidFill>
                <a:latin typeface="Garet Bold"/>
                <a:ea typeface="Garet Bold"/>
                <a:cs typeface="Garet Bold"/>
                <a:sym typeface="Garet Bold"/>
              </a:rPr>
              <a:t>Senior Accountant</a:t>
            </a:r>
          </a:p>
        </p:txBody>
      </p:sp>
      <p:sp>
        <p:nvSpPr>
          <p:cNvPr name="TextBox 21" id="21"/>
          <p:cNvSpPr txBox="true"/>
          <p:nvPr/>
        </p:nvSpPr>
        <p:spPr>
          <a:xfrm rot="0">
            <a:off x="756000" y="5235096"/>
            <a:ext cx="2822273" cy="143383"/>
          </a:xfrm>
          <a:prstGeom prst="rect">
            <a:avLst/>
          </a:prstGeom>
        </p:spPr>
        <p:txBody>
          <a:bodyPr anchor="t" rtlCol="false" tIns="0" lIns="0" bIns="0" rIns="0">
            <a:spAutoFit/>
          </a:bodyPr>
          <a:lstStyle/>
          <a:p>
            <a:pPr algn="l" marL="0" indent="0" lvl="0">
              <a:lnSpc>
                <a:spcPts val="1166"/>
              </a:lnSpc>
              <a:spcBef>
                <a:spcPct val="0"/>
              </a:spcBef>
            </a:pPr>
            <a:r>
              <a:rPr lang="en-US" b="true" sz="1100">
                <a:solidFill>
                  <a:srgbClr val="2E2C2C"/>
                </a:solidFill>
                <a:latin typeface="Garet Bold"/>
                <a:ea typeface="Garet Bold"/>
                <a:cs typeface="Garet Bold"/>
                <a:sym typeface="Garet Bold"/>
              </a:rPr>
              <a:t>Senior Accountant</a:t>
            </a:r>
          </a:p>
        </p:txBody>
      </p:sp>
      <p:sp>
        <p:nvSpPr>
          <p:cNvPr name="TextBox 22" id="22"/>
          <p:cNvSpPr txBox="true"/>
          <p:nvPr/>
        </p:nvSpPr>
        <p:spPr>
          <a:xfrm rot="0">
            <a:off x="756000" y="4221412"/>
            <a:ext cx="6048000" cy="617756"/>
          </a:xfrm>
          <a:prstGeom prst="rect">
            <a:avLst/>
          </a:prstGeom>
        </p:spPr>
        <p:txBody>
          <a:bodyPr anchor="t" rtlCol="false" tIns="0" lIns="0" bIns="0" rIns="0">
            <a:spAutoFit/>
          </a:bodyPr>
          <a:lstStyle/>
          <a:p>
            <a:pPr algn="l" marL="0" indent="0" lvl="0">
              <a:lnSpc>
                <a:spcPts val="1660"/>
              </a:lnSpc>
              <a:spcBef>
                <a:spcPct val="0"/>
              </a:spcBef>
            </a:pPr>
            <a:r>
              <a:rPr lang="en-US" sz="1000" strike="noStrike" u="none">
                <a:solidFill>
                  <a:srgbClr val="2E2C2C"/>
                </a:solidFill>
                <a:latin typeface="Garet"/>
                <a:ea typeface="Garet"/>
                <a:cs typeface="Garet"/>
                <a:sym typeface="Garet"/>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23" id="23"/>
          <p:cNvSpPr txBox="true"/>
          <p:nvPr/>
        </p:nvSpPr>
        <p:spPr>
          <a:xfrm rot="0">
            <a:off x="756000" y="5378479"/>
            <a:ext cx="6048000" cy="617756"/>
          </a:xfrm>
          <a:prstGeom prst="rect">
            <a:avLst/>
          </a:prstGeom>
        </p:spPr>
        <p:txBody>
          <a:bodyPr anchor="t" rtlCol="false" tIns="0" lIns="0" bIns="0" rIns="0">
            <a:spAutoFit/>
          </a:bodyPr>
          <a:lstStyle/>
          <a:p>
            <a:pPr algn="l" marL="0" indent="0" lvl="0">
              <a:lnSpc>
                <a:spcPts val="1660"/>
              </a:lnSpc>
              <a:spcBef>
                <a:spcPct val="0"/>
              </a:spcBef>
            </a:pPr>
            <a:r>
              <a:rPr lang="en-US" sz="1000" strike="noStrike" u="none">
                <a:solidFill>
                  <a:srgbClr val="2E2C2C"/>
                </a:solidFill>
                <a:latin typeface="Garet"/>
                <a:ea typeface="Garet"/>
                <a:cs typeface="Garet"/>
                <a:sym typeface="Garet"/>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24" id="24"/>
          <p:cNvSpPr txBox="true"/>
          <p:nvPr/>
        </p:nvSpPr>
        <p:spPr>
          <a:xfrm rot="0">
            <a:off x="756000" y="3834500"/>
            <a:ext cx="2354911" cy="174658"/>
          </a:xfrm>
          <a:prstGeom prst="rect">
            <a:avLst/>
          </a:prstGeom>
        </p:spPr>
        <p:txBody>
          <a:bodyPr anchor="t" rtlCol="false" tIns="0" lIns="0" bIns="0" rIns="0">
            <a:spAutoFit/>
          </a:bodyPr>
          <a:lstStyle/>
          <a:p>
            <a:pPr algn="l" marL="0" indent="0" lvl="0">
              <a:lnSpc>
                <a:spcPts val="1400"/>
              </a:lnSpc>
            </a:pPr>
            <a:r>
              <a:rPr lang="en-US" sz="1000">
                <a:solidFill>
                  <a:srgbClr val="666464"/>
                </a:solidFill>
                <a:latin typeface="Garet"/>
                <a:ea typeface="Garet"/>
                <a:cs typeface="Garet"/>
                <a:sym typeface="Garet"/>
              </a:rPr>
              <a:t>B</a:t>
            </a:r>
            <a:r>
              <a:rPr lang="en-US" sz="1000">
                <a:solidFill>
                  <a:srgbClr val="666464"/>
                </a:solidFill>
                <a:latin typeface="Garet"/>
                <a:ea typeface="Garet"/>
                <a:cs typeface="Garet"/>
                <a:sym typeface="Garet"/>
              </a:rPr>
              <a:t>orcelle University | 2026-2030</a:t>
            </a:r>
          </a:p>
        </p:txBody>
      </p:sp>
      <p:sp>
        <p:nvSpPr>
          <p:cNvPr name="TextBox 25" id="25"/>
          <p:cNvSpPr txBox="true"/>
          <p:nvPr/>
        </p:nvSpPr>
        <p:spPr>
          <a:xfrm rot="0">
            <a:off x="756000" y="4991567"/>
            <a:ext cx="2307419" cy="174658"/>
          </a:xfrm>
          <a:prstGeom prst="rect">
            <a:avLst/>
          </a:prstGeom>
        </p:spPr>
        <p:txBody>
          <a:bodyPr anchor="t" rtlCol="false" tIns="0" lIns="0" bIns="0" rIns="0">
            <a:spAutoFit/>
          </a:bodyPr>
          <a:lstStyle/>
          <a:p>
            <a:pPr algn="l" marL="0" indent="0" lvl="0">
              <a:lnSpc>
                <a:spcPts val="1400"/>
              </a:lnSpc>
            </a:pPr>
            <a:r>
              <a:rPr lang="en-US" sz="1000">
                <a:solidFill>
                  <a:srgbClr val="666464"/>
                </a:solidFill>
                <a:latin typeface="Garet"/>
                <a:ea typeface="Garet"/>
                <a:cs typeface="Garet"/>
                <a:sym typeface="Garet"/>
              </a:rPr>
              <a:t>B</a:t>
            </a:r>
            <a:r>
              <a:rPr lang="en-US" sz="1000">
                <a:solidFill>
                  <a:srgbClr val="666464"/>
                </a:solidFill>
                <a:latin typeface="Garet"/>
                <a:ea typeface="Garet"/>
                <a:cs typeface="Garet"/>
                <a:sym typeface="Garet"/>
              </a:rPr>
              <a:t>orcelle University | 2023-2026</a:t>
            </a:r>
          </a:p>
        </p:txBody>
      </p:sp>
      <p:sp>
        <p:nvSpPr>
          <p:cNvPr name="TextBox 26" id="26"/>
          <p:cNvSpPr txBox="true"/>
          <p:nvPr/>
        </p:nvSpPr>
        <p:spPr>
          <a:xfrm rot="0">
            <a:off x="756000" y="6358184"/>
            <a:ext cx="2319410" cy="209517"/>
          </a:xfrm>
          <a:prstGeom prst="rect">
            <a:avLst/>
          </a:prstGeom>
        </p:spPr>
        <p:txBody>
          <a:bodyPr anchor="t" rtlCol="false" tIns="0" lIns="0" bIns="0" rIns="0">
            <a:spAutoFit/>
          </a:bodyPr>
          <a:lstStyle/>
          <a:p>
            <a:pPr algn="just" marL="0" indent="0" lvl="0">
              <a:lnSpc>
                <a:spcPts val="1679"/>
              </a:lnSpc>
            </a:pPr>
            <a:r>
              <a:rPr lang="en-US" b="true" sz="1399" spc="111">
                <a:solidFill>
                  <a:srgbClr val="2E2C2C"/>
                </a:solidFill>
                <a:latin typeface="Garet Bold"/>
                <a:ea typeface="Garet Bold"/>
                <a:cs typeface="Garet Bold"/>
                <a:sym typeface="Garet Bold"/>
              </a:rPr>
              <a:t>WORK EXPERIENCE</a:t>
            </a:r>
          </a:p>
        </p:txBody>
      </p:sp>
      <p:sp>
        <p:nvSpPr>
          <p:cNvPr name="TextBox 27" id="27"/>
          <p:cNvSpPr txBox="true"/>
          <p:nvPr/>
        </p:nvSpPr>
        <p:spPr>
          <a:xfrm rot="0">
            <a:off x="756000" y="6919185"/>
            <a:ext cx="2822273" cy="143383"/>
          </a:xfrm>
          <a:prstGeom prst="rect">
            <a:avLst/>
          </a:prstGeom>
        </p:spPr>
        <p:txBody>
          <a:bodyPr anchor="t" rtlCol="false" tIns="0" lIns="0" bIns="0" rIns="0">
            <a:spAutoFit/>
          </a:bodyPr>
          <a:lstStyle/>
          <a:p>
            <a:pPr algn="l" marL="0" indent="0" lvl="0">
              <a:lnSpc>
                <a:spcPts val="1166"/>
              </a:lnSpc>
              <a:spcBef>
                <a:spcPct val="0"/>
              </a:spcBef>
            </a:pPr>
            <a:r>
              <a:rPr lang="en-US" b="true" sz="1100">
                <a:solidFill>
                  <a:srgbClr val="2E2C2C"/>
                </a:solidFill>
                <a:latin typeface="Garet Bold"/>
                <a:ea typeface="Garet Bold"/>
                <a:cs typeface="Garet Bold"/>
                <a:sym typeface="Garet Bold"/>
              </a:rPr>
              <a:t>Senior Accountant</a:t>
            </a:r>
          </a:p>
        </p:txBody>
      </p:sp>
      <p:sp>
        <p:nvSpPr>
          <p:cNvPr name="TextBox 28" id="28"/>
          <p:cNvSpPr txBox="true"/>
          <p:nvPr/>
        </p:nvSpPr>
        <p:spPr>
          <a:xfrm rot="0">
            <a:off x="756000" y="8076252"/>
            <a:ext cx="2822273" cy="143383"/>
          </a:xfrm>
          <a:prstGeom prst="rect">
            <a:avLst/>
          </a:prstGeom>
        </p:spPr>
        <p:txBody>
          <a:bodyPr anchor="t" rtlCol="false" tIns="0" lIns="0" bIns="0" rIns="0">
            <a:spAutoFit/>
          </a:bodyPr>
          <a:lstStyle/>
          <a:p>
            <a:pPr algn="l" marL="0" indent="0" lvl="0">
              <a:lnSpc>
                <a:spcPts val="1166"/>
              </a:lnSpc>
              <a:spcBef>
                <a:spcPct val="0"/>
              </a:spcBef>
            </a:pPr>
            <a:r>
              <a:rPr lang="en-US" b="true" sz="1100">
                <a:solidFill>
                  <a:srgbClr val="2E2C2C"/>
                </a:solidFill>
                <a:latin typeface="Garet Bold"/>
                <a:ea typeface="Garet Bold"/>
                <a:cs typeface="Garet Bold"/>
                <a:sym typeface="Garet Bold"/>
              </a:rPr>
              <a:t>Fina</a:t>
            </a:r>
            <a:r>
              <a:rPr lang="en-US" b="true" sz="1100">
                <a:solidFill>
                  <a:srgbClr val="2E2C2C"/>
                </a:solidFill>
                <a:latin typeface="Garet Bold"/>
                <a:ea typeface="Garet Bold"/>
                <a:cs typeface="Garet Bold"/>
                <a:sym typeface="Garet Bold"/>
              </a:rPr>
              <a:t>ncial Accountant</a:t>
            </a:r>
          </a:p>
        </p:txBody>
      </p:sp>
      <p:sp>
        <p:nvSpPr>
          <p:cNvPr name="TextBox 29" id="29"/>
          <p:cNvSpPr txBox="true"/>
          <p:nvPr/>
        </p:nvSpPr>
        <p:spPr>
          <a:xfrm rot="0">
            <a:off x="756000" y="7062568"/>
            <a:ext cx="6048000" cy="617756"/>
          </a:xfrm>
          <a:prstGeom prst="rect">
            <a:avLst/>
          </a:prstGeom>
        </p:spPr>
        <p:txBody>
          <a:bodyPr anchor="t" rtlCol="false" tIns="0" lIns="0" bIns="0" rIns="0">
            <a:spAutoFit/>
          </a:bodyPr>
          <a:lstStyle/>
          <a:p>
            <a:pPr algn="l" marL="0" indent="0" lvl="0">
              <a:lnSpc>
                <a:spcPts val="1660"/>
              </a:lnSpc>
              <a:spcBef>
                <a:spcPct val="0"/>
              </a:spcBef>
            </a:pPr>
            <a:r>
              <a:rPr lang="en-US" sz="1000" strike="noStrike" u="none">
                <a:solidFill>
                  <a:srgbClr val="2E2C2C"/>
                </a:solidFill>
                <a:latin typeface="Garet"/>
                <a:ea typeface="Garet"/>
                <a:cs typeface="Garet"/>
                <a:sym typeface="Garet"/>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30" id="30"/>
          <p:cNvSpPr txBox="true"/>
          <p:nvPr/>
        </p:nvSpPr>
        <p:spPr>
          <a:xfrm rot="0">
            <a:off x="756000" y="8219635"/>
            <a:ext cx="6048000" cy="617756"/>
          </a:xfrm>
          <a:prstGeom prst="rect">
            <a:avLst/>
          </a:prstGeom>
        </p:spPr>
        <p:txBody>
          <a:bodyPr anchor="t" rtlCol="false" tIns="0" lIns="0" bIns="0" rIns="0">
            <a:spAutoFit/>
          </a:bodyPr>
          <a:lstStyle/>
          <a:p>
            <a:pPr algn="l" marL="0" indent="0" lvl="0">
              <a:lnSpc>
                <a:spcPts val="1660"/>
              </a:lnSpc>
              <a:spcBef>
                <a:spcPct val="0"/>
              </a:spcBef>
            </a:pPr>
            <a:r>
              <a:rPr lang="en-US" sz="1000" strike="noStrike" u="none">
                <a:solidFill>
                  <a:srgbClr val="2E2C2C"/>
                </a:solidFill>
                <a:latin typeface="Garet"/>
                <a:ea typeface="Garet"/>
                <a:cs typeface="Garet"/>
                <a:sym typeface="Garet"/>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31" id="31"/>
          <p:cNvSpPr txBox="true"/>
          <p:nvPr/>
        </p:nvSpPr>
        <p:spPr>
          <a:xfrm rot="0">
            <a:off x="756000" y="6675656"/>
            <a:ext cx="2018148" cy="174658"/>
          </a:xfrm>
          <a:prstGeom prst="rect">
            <a:avLst/>
          </a:prstGeom>
        </p:spPr>
        <p:txBody>
          <a:bodyPr anchor="t" rtlCol="false" tIns="0" lIns="0" bIns="0" rIns="0">
            <a:spAutoFit/>
          </a:bodyPr>
          <a:lstStyle/>
          <a:p>
            <a:pPr algn="l" marL="0" indent="0" lvl="0">
              <a:lnSpc>
                <a:spcPts val="1400"/>
              </a:lnSpc>
            </a:pPr>
            <a:r>
              <a:rPr lang="en-US" sz="1000">
                <a:solidFill>
                  <a:srgbClr val="666464"/>
                </a:solidFill>
                <a:latin typeface="Garet"/>
                <a:ea typeface="Garet"/>
                <a:cs typeface="Garet"/>
                <a:sym typeface="Garet"/>
              </a:rPr>
              <a:t>Salford &amp; Co. | 2033 - 2035</a:t>
            </a:r>
          </a:p>
        </p:txBody>
      </p:sp>
      <p:sp>
        <p:nvSpPr>
          <p:cNvPr name="TextBox 32" id="32"/>
          <p:cNvSpPr txBox="true"/>
          <p:nvPr/>
        </p:nvSpPr>
        <p:spPr>
          <a:xfrm rot="0">
            <a:off x="756000" y="7832723"/>
            <a:ext cx="2018148" cy="174658"/>
          </a:xfrm>
          <a:prstGeom prst="rect">
            <a:avLst/>
          </a:prstGeom>
        </p:spPr>
        <p:txBody>
          <a:bodyPr anchor="t" rtlCol="false" tIns="0" lIns="0" bIns="0" rIns="0">
            <a:spAutoFit/>
          </a:bodyPr>
          <a:lstStyle/>
          <a:p>
            <a:pPr algn="l" marL="0" indent="0" lvl="0">
              <a:lnSpc>
                <a:spcPts val="1400"/>
              </a:lnSpc>
            </a:pPr>
            <a:r>
              <a:rPr lang="en-US" sz="1000">
                <a:solidFill>
                  <a:srgbClr val="666464"/>
                </a:solidFill>
                <a:latin typeface="Garet"/>
                <a:ea typeface="Garet"/>
                <a:cs typeface="Garet"/>
                <a:sym typeface="Garet"/>
              </a:rPr>
              <a:t>Salford &amp; Co. | 2030 - 2033</a:t>
            </a:r>
          </a:p>
        </p:txBody>
      </p:sp>
      <p:sp>
        <p:nvSpPr>
          <p:cNvPr name="TextBox 33" id="33"/>
          <p:cNvSpPr txBox="true"/>
          <p:nvPr/>
        </p:nvSpPr>
        <p:spPr>
          <a:xfrm rot="0">
            <a:off x="756000" y="9151716"/>
            <a:ext cx="2319410" cy="209517"/>
          </a:xfrm>
          <a:prstGeom prst="rect">
            <a:avLst/>
          </a:prstGeom>
        </p:spPr>
        <p:txBody>
          <a:bodyPr anchor="t" rtlCol="false" tIns="0" lIns="0" bIns="0" rIns="0">
            <a:spAutoFit/>
          </a:bodyPr>
          <a:lstStyle/>
          <a:p>
            <a:pPr algn="just" marL="0" indent="0" lvl="0">
              <a:lnSpc>
                <a:spcPts val="1679"/>
              </a:lnSpc>
            </a:pPr>
            <a:r>
              <a:rPr lang="en-US" b="true" sz="1399" spc="111">
                <a:solidFill>
                  <a:srgbClr val="2E2C2C"/>
                </a:solidFill>
                <a:latin typeface="Garet Bold"/>
                <a:ea typeface="Garet Bold"/>
                <a:cs typeface="Garet Bold"/>
                <a:sym typeface="Garet Bold"/>
              </a:rPr>
              <a:t>SK</a:t>
            </a:r>
            <a:r>
              <a:rPr lang="en-US" b="true" sz="1399" spc="111">
                <a:solidFill>
                  <a:srgbClr val="2E2C2C"/>
                </a:solidFill>
                <a:latin typeface="Garet Bold"/>
                <a:ea typeface="Garet Bold"/>
                <a:cs typeface="Garet Bold"/>
                <a:sym typeface="Garet Bold"/>
              </a:rPr>
              <a:t>ILLS</a:t>
            </a:r>
          </a:p>
        </p:txBody>
      </p:sp>
      <p:sp>
        <p:nvSpPr>
          <p:cNvPr name="TextBox 34" id="34"/>
          <p:cNvSpPr txBox="true"/>
          <p:nvPr/>
        </p:nvSpPr>
        <p:spPr>
          <a:xfrm rot="0">
            <a:off x="756000" y="9436670"/>
            <a:ext cx="1645469" cy="408239"/>
          </a:xfrm>
          <a:prstGeom prst="rect">
            <a:avLst/>
          </a:prstGeom>
        </p:spPr>
        <p:txBody>
          <a:bodyPr anchor="t" rtlCol="false" tIns="0" lIns="0" bIns="0" rIns="0">
            <a:spAutoFit/>
          </a:bodyPr>
          <a:lstStyle/>
          <a:p>
            <a:pPr algn="l" marL="215901" indent="-107951" lvl="1">
              <a:lnSpc>
                <a:spcPts val="1660"/>
              </a:lnSpc>
              <a:buFont typeface="Arial"/>
              <a:buChar char="•"/>
            </a:pPr>
            <a:r>
              <a:rPr lang="en-US" sz="1000" strike="noStrike" u="none">
                <a:solidFill>
                  <a:srgbClr val="2E2C2C"/>
                </a:solidFill>
                <a:latin typeface="Garet"/>
                <a:ea typeface="Garet"/>
                <a:cs typeface="Garet"/>
                <a:sym typeface="Garet"/>
              </a:rPr>
              <a:t>Auditing</a:t>
            </a:r>
          </a:p>
          <a:p>
            <a:pPr algn="l" marL="215901" indent="-107951" lvl="1">
              <a:lnSpc>
                <a:spcPts val="1660"/>
              </a:lnSpc>
              <a:buFont typeface="Arial"/>
              <a:buChar char="•"/>
            </a:pPr>
            <a:r>
              <a:rPr lang="en-US" sz="1000" strike="noStrike" u="none">
                <a:solidFill>
                  <a:srgbClr val="2E2C2C"/>
                </a:solidFill>
                <a:latin typeface="Garet"/>
                <a:ea typeface="Garet"/>
                <a:cs typeface="Garet"/>
                <a:sym typeface="Garet"/>
              </a:rPr>
              <a:t>Financial Accounting</a:t>
            </a:r>
          </a:p>
        </p:txBody>
      </p:sp>
      <p:sp>
        <p:nvSpPr>
          <p:cNvPr name="TextBox 35" id="35"/>
          <p:cNvSpPr txBox="true"/>
          <p:nvPr/>
        </p:nvSpPr>
        <p:spPr>
          <a:xfrm rot="0">
            <a:off x="2803066" y="9436670"/>
            <a:ext cx="1633257" cy="408239"/>
          </a:xfrm>
          <a:prstGeom prst="rect">
            <a:avLst/>
          </a:prstGeom>
        </p:spPr>
        <p:txBody>
          <a:bodyPr anchor="t" rtlCol="false" tIns="0" lIns="0" bIns="0" rIns="0">
            <a:spAutoFit/>
          </a:bodyPr>
          <a:lstStyle/>
          <a:p>
            <a:pPr algn="l" marL="215901" indent="-107951" lvl="1">
              <a:lnSpc>
                <a:spcPts val="1660"/>
              </a:lnSpc>
              <a:buFont typeface="Arial"/>
              <a:buChar char="•"/>
            </a:pPr>
            <a:r>
              <a:rPr lang="en-US" sz="1000" strike="noStrike" u="none">
                <a:solidFill>
                  <a:srgbClr val="2E2C2C"/>
                </a:solidFill>
                <a:latin typeface="Garet"/>
                <a:ea typeface="Garet"/>
                <a:cs typeface="Garet"/>
                <a:sym typeface="Garet"/>
              </a:rPr>
              <a:t>Auditing</a:t>
            </a:r>
          </a:p>
          <a:p>
            <a:pPr algn="l" marL="215901" indent="-107951" lvl="1">
              <a:lnSpc>
                <a:spcPts val="1660"/>
              </a:lnSpc>
              <a:buFont typeface="Arial"/>
              <a:buChar char="•"/>
            </a:pPr>
            <a:r>
              <a:rPr lang="en-US" sz="1000" strike="noStrike" u="none">
                <a:solidFill>
                  <a:srgbClr val="2E2C2C"/>
                </a:solidFill>
                <a:latin typeface="Garet"/>
                <a:ea typeface="Garet"/>
                <a:cs typeface="Garet"/>
                <a:sym typeface="Garet"/>
              </a:rPr>
              <a:t>Financial Accounting</a:t>
            </a:r>
          </a:p>
        </p:txBody>
      </p:sp>
      <p:sp>
        <p:nvSpPr>
          <p:cNvPr name="TextBox 36" id="36"/>
          <p:cNvSpPr txBox="true"/>
          <p:nvPr/>
        </p:nvSpPr>
        <p:spPr>
          <a:xfrm rot="0">
            <a:off x="4837920" y="9436670"/>
            <a:ext cx="1730951" cy="198722"/>
          </a:xfrm>
          <a:prstGeom prst="rect">
            <a:avLst/>
          </a:prstGeom>
        </p:spPr>
        <p:txBody>
          <a:bodyPr anchor="t" rtlCol="false" tIns="0" lIns="0" bIns="0" rIns="0">
            <a:spAutoFit/>
          </a:bodyPr>
          <a:lstStyle/>
          <a:p>
            <a:pPr algn="l" marL="215901" indent="-107951" lvl="1">
              <a:lnSpc>
                <a:spcPts val="1660"/>
              </a:lnSpc>
              <a:buFont typeface="Arial"/>
              <a:buChar char="•"/>
            </a:pPr>
            <a:r>
              <a:rPr lang="en-US" sz="1000" strike="noStrike" u="none">
                <a:solidFill>
                  <a:srgbClr val="2E2C2C"/>
                </a:solidFill>
                <a:latin typeface="Garet"/>
                <a:ea typeface="Garet"/>
                <a:cs typeface="Garet"/>
                <a:sym typeface="Garet"/>
              </a:rPr>
              <a:t>Financial </a:t>
            </a:r>
            <a:r>
              <a:rPr lang="en-US" sz="1000" strike="noStrike" u="none">
                <a:solidFill>
                  <a:srgbClr val="2E2C2C"/>
                </a:solidFill>
                <a:latin typeface="Garet"/>
                <a:ea typeface="Garet"/>
                <a:cs typeface="Garet"/>
                <a:sym typeface="Garet"/>
              </a:rPr>
              <a:t>Rep</a:t>
            </a:r>
            <a:r>
              <a:rPr lang="en-US" sz="1000" strike="noStrike" u="none">
                <a:solidFill>
                  <a:srgbClr val="2E2C2C"/>
                </a:solidFill>
                <a:latin typeface="Garet"/>
                <a:ea typeface="Garet"/>
                <a:cs typeface="Garet"/>
                <a:sym typeface="Garet"/>
              </a:rPr>
              <a:t>o</a:t>
            </a:r>
            <a:r>
              <a:rPr lang="en-US" sz="1000" strike="noStrike" u="none">
                <a:solidFill>
                  <a:srgbClr val="2E2C2C"/>
                </a:solidFill>
                <a:latin typeface="Garet"/>
                <a:ea typeface="Garet"/>
                <a:cs typeface="Garet"/>
                <a:sym typeface="Garet"/>
              </a:rPr>
              <a:t>r</a:t>
            </a:r>
            <a:r>
              <a:rPr lang="en-US" sz="1000" strike="noStrike" u="none">
                <a:solidFill>
                  <a:srgbClr val="2E2C2C"/>
                </a:solidFill>
                <a:latin typeface="Garet"/>
                <a:ea typeface="Garet"/>
                <a:cs typeface="Garet"/>
                <a:sym typeface="Garet"/>
              </a:rPr>
              <a:t>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DAHRLtDGjrk</dc:identifier>
  <dcterms:modified xsi:type="dcterms:W3CDTF">2011-08-01T06:04:30Z</dcterms:modified>
  <cp:revision>1</cp:revision>
  <dc:title>Black and White Minimalist Professional Resume A4</dc:title>
</cp:coreProperties>
</file>